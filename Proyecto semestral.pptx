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 Semi-Bold" charset="1" panose="00000700000000000000"/>
      <p:regular r:id="rId11"/>
    </p:embeddedFont>
    <p:embeddedFont>
      <p:font typeface="Open Sauce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75092" y="4741027"/>
            <a:ext cx="10324517" cy="71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PROYECTO SEMESTRAL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8277816"/>
            <a:ext cx="6687255" cy="114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ENRIQUE LAJÓN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C.I.P: 8-1031-189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1GS222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88800"/>
            <a:ext cx="8317387" cy="5398200"/>
            <a:chOff x="0" y="0"/>
            <a:chExt cx="11089849" cy="71976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109" r="0" b="1109"/>
            <a:stretch>
              <a:fillRect/>
            </a:stretch>
          </p:blipFill>
          <p:spPr>
            <a:xfrm flipH="false" flipV="false">
              <a:off x="0" y="0"/>
              <a:ext cx="11089849" cy="71976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317387" y="-170272"/>
            <a:ext cx="10099642" cy="10627543"/>
            <a:chOff x="0" y="0"/>
            <a:chExt cx="2659988" cy="2799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9988" cy="2799024"/>
            </a:xfrm>
            <a:custGeom>
              <a:avLst/>
              <a:gdLst/>
              <a:ahLst/>
              <a:cxnLst/>
              <a:rect r="r" b="b" t="t" l="l"/>
              <a:pathLst>
                <a:path h="2799024" w="2659988">
                  <a:moveTo>
                    <a:pt x="0" y="0"/>
                  </a:moveTo>
                  <a:lnTo>
                    <a:pt x="2659988" y="0"/>
                  </a:lnTo>
                  <a:lnTo>
                    <a:pt x="2659988" y="2799024"/>
                  </a:lnTo>
                  <a:lnTo>
                    <a:pt x="0" y="2799024"/>
                  </a:lnTo>
                  <a:close/>
                </a:path>
              </a:pathLst>
            </a:custGeom>
            <a:solidFill>
              <a:srgbClr val="494F5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659988" cy="282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9050" y="2197242"/>
            <a:ext cx="619079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ASPECTOS GENERALES DEL CÓDIGO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1671" y="1937670"/>
            <a:ext cx="6921460" cy="596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EL PROYECTO PERMITE CREAR, EDITAR, ELIMINAR Y VER TAREAS.</a:t>
            </a:r>
          </a:p>
          <a:p>
            <a:pPr algn="l">
              <a:lnSpc>
                <a:spcPts val="2520"/>
              </a:lnSpc>
            </a:pP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El cód</a:t>
            </a: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IGO ESTÁ ORGANIZADO PARA QUE CADA PARTE TENGA UNA FUNCIÓN CLARA.</a:t>
            </a:r>
          </a:p>
          <a:p>
            <a:pPr algn="l">
              <a:lnSpc>
                <a:spcPts val="2520"/>
              </a:lnSpc>
            </a:pP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LAS TAREAS SE MANEJAN DESDE UNA API, Y LA PÁGINA WEB SE COMUNICA CON ELLA.</a:t>
            </a:r>
          </a:p>
          <a:p>
            <a:pPr algn="l">
              <a:lnSpc>
                <a:spcPts val="2520"/>
              </a:lnSpc>
            </a:pP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LOS DATOS SE VALIDAN PARA EVITAR ERRORES AL INGRESAR INFORMACIÓN.</a:t>
            </a:r>
          </a:p>
          <a:p>
            <a:pPr algn="l">
              <a:lnSpc>
                <a:spcPts val="2520"/>
              </a:lnSpc>
            </a:pP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 INTERFAZ ES SENCILLA Y FÁCIL DE USAR.</a:t>
            </a:r>
          </a:p>
          <a:p>
            <a:pPr algn="l">
              <a:lnSpc>
                <a:spcPts val="2520"/>
              </a:lnSpc>
            </a:pP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b="true" sz="1800" spc="49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EL SISTEMA ESTÁ PENSADO PARA SER SIMPLE Y FÁCIL DE MANTENER.</a:t>
            </a:r>
          </a:p>
        </p:txBody>
      </p: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75343" y="3502943"/>
            <a:ext cx="12737314" cy="1146358"/>
          </a:xfrm>
          <a:custGeom>
            <a:avLst/>
            <a:gdLst/>
            <a:ahLst/>
            <a:cxnLst/>
            <a:rect r="r" b="b" t="t" l="l"/>
            <a:pathLst>
              <a:path h="1146358" w="12737314">
                <a:moveTo>
                  <a:pt x="0" y="0"/>
                </a:moveTo>
                <a:lnTo>
                  <a:pt x="12737314" y="0"/>
                </a:lnTo>
                <a:lnTo>
                  <a:pt x="12737314" y="1146358"/>
                </a:lnTo>
                <a:lnTo>
                  <a:pt x="0" y="114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1641" y="5503030"/>
            <a:ext cx="13522419" cy="124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b="true" sz="2367" spc="65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EL USUARIO USA LA PÁGINA WEB, LA WEB SE COMUNICA CON EL BACKEND, EL BACKEND ACCEDE A LA BASE DE DATOS Y LUEGO DEVUELVE LA INFORMACIÓN AL USUARIO.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82791" y="1605291"/>
            <a:ext cx="13522419" cy="4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b="true" sz="2367" spc="65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DIAGRAMA DE ALTO NIVEL FINAL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36475" y="4779675"/>
            <a:ext cx="6262890" cy="124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8"/>
              </a:lnSpc>
            </a:pPr>
            <a:r>
              <a:rPr lang="en-US" b="true" sz="3563" spc="97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VAMOS A CORRER LA APLIACION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75125" y="4864174"/>
            <a:ext cx="5137750" cy="50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b="true" sz="2923" spc="80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MUCHAS 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7853315"/>
            <a:ext cx="6687255" cy="114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ENRIQUE LAJÓN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C.I.P: 8-1031-189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1GS222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DAG7n707kuY</dc:identifier>
  <dcterms:modified xsi:type="dcterms:W3CDTF">2011-08-01T06:04:30Z</dcterms:modified>
  <cp:revision>1</cp:revision>
  <dc:title>Proyecto semestral</dc:title>
</cp:coreProperties>
</file>